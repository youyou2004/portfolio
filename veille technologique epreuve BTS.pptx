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5" r:id="rId6"/>
    <p:sldId id="266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oub el mahi" userId="ef4cdfd109f9beba" providerId="LiveId" clId="{AE474805-3800-4D98-BE7B-F1C46B5884E7}"/>
    <pc:docChg chg="custSel modSld">
      <pc:chgData name="ayoub el mahi" userId="ef4cdfd109f9beba" providerId="LiveId" clId="{AE474805-3800-4D98-BE7B-F1C46B5884E7}" dt="2024-04-07T12:36:59.063" v="5" actId="6549"/>
      <pc:docMkLst>
        <pc:docMk/>
      </pc:docMkLst>
      <pc:sldChg chg="delSp modSp mod">
        <pc:chgData name="ayoub el mahi" userId="ef4cdfd109f9beba" providerId="LiveId" clId="{AE474805-3800-4D98-BE7B-F1C46B5884E7}" dt="2024-04-07T12:36:59.063" v="5" actId="6549"/>
        <pc:sldMkLst>
          <pc:docMk/>
          <pc:sldMk cId="0" sldId="256"/>
        </pc:sldMkLst>
        <pc:spChg chg="mod">
          <ac:chgData name="ayoub el mahi" userId="ef4cdfd109f9beba" providerId="LiveId" clId="{AE474805-3800-4D98-BE7B-F1C46B5884E7}" dt="2024-04-07T12:36:55.002" v="3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ayoub el mahi" userId="ef4cdfd109f9beba" providerId="LiveId" clId="{AE474805-3800-4D98-BE7B-F1C46B5884E7}" dt="2024-04-07T12:36:56.521" v="4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ayoub el mahi" userId="ef4cdfd109f9beba" providerId="LiveId" clId="{AE474805-3800-4D98-BE7B-F1C46B5884E7}" dt="2024-04-07T12:36:59.063" v="5" actId="6549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youb el mahi" userId="ef4cdfd109f9beba" providerId="LiveId" clId="{AE474805-3800-4D98-BE7B-F1C46B5884E7}" dt="2024-04-07T12:36:48.486" v="1" actId="478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09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5336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1959769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endParaRPr lang="en-US" sz="6036" dirty="0"/>
          </a:p>
        </p:txBody>
      </p:sp>
      <p:sp>
        <p:nvSpPr>
          <p:cNvPr id="6" name="Text 2"/>
          <p:cNvSpPr/>
          <p:nvPr/>
        </p:nvSpPr>
        <p:spPr>
          <a:xfrm>
            <a:off x="833199" y="4209455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Vigicare est une entreprise pionnière dans le domaine de la santé numérique. Ses solutions innovantes combinent de manière unique les technologies les plus avancées pour offrir des services sur-mesure et améliorer la qualité des soins.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18686" y="6002179"/>
            <a:ext cx="184309" cy="146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1152"/>
              </a:lnSpc>
              <a:buNone/>
            </a:pP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0799" y="925473"/>
            <a:ext cx="901743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2022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4810244" y="1953101"/>
            <a:ext cx="27742" cy="5351026"/>
          </a:xfrm>
          <a:prstGeom prst="rect">
            <a:avLst/>
          </a:prstGeom>
          <a:solidFill>
            <a:srgbClr val="302E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3"/>
          <p:cNvSpPr/>
          <p:nvPr/>
        </p:nvSpPr>
        <p:spPr>
          <a:xfrm>
            <a:off x="5074027" y="2362736"/>
            <a:ext cx="777597" cy="27742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4"/>
          <p:cNvSpPr/>
          <p:nvPr/>
        </p:nvSpPr>
        <p:spPr>
          <a:xfrm>
            <a:off x="4574084" y="2126694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4751963" y="2168366"/>
            <a:ext cx="144185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6"/>
          <p:cNvSpPr/>
          <p:nvPr/>
        </p:nvSpPr>
        <p:spPr>
          <a:xfrm>
            <a:off x="6046113" y="2175272"/>
            <a:ext cx="325850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IA et Analyse de Données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6046113" y="2655689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a investi dans des outils d'IA et d'analyse prédictive pour améliorer le diagnostic et le suivi des patients.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074027" y="4220468"/>
            <a:ext cx="777597" cy="27742"/>
          </a:xfrm>
          <a:prstGeom prst="rect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574084" y="3984427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731365" y="4026098"/>
            <a:ext cx="1853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1"/>
          <p:cNvSpPr/>
          <p:nvPr/>
        </p:nvSpPr>
        <p:spPr>
          <a:xfrm>
            <a:off x="6046113" y="403300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Télémédecine</a:t>
            </a:r>
            <a:endParaRPr lang="en-US" sz="2187" dirty="0"/>
          </a:p>
        </p:txBody>
      </p:sp>
      <p:sp>
        <p:nvSpPr>
          <p:cNvPr id="16" name="Text 12"/>
          <p:cNvSpPr/>
          <p:nvPr/>
        </p:nvSpPr>
        <p:spPr>
          <a:xfrm>
            <a:off x="6046113" y="4513421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plateforme de téléconsultation de Vigicare a connu un fort développement, permettant aux patients d'accéder à des soins à distance.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5074027" y="6078200"/>
            <a:ext cx="777597" cy="27742"/>
          </a:xfrm>
          <a:prstGeom prst="rect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574084" y="584215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4726484" y="5883831"/>
            <a:ext cx="195143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6"/>
          <p:cNvSpPr/>
          <p:nvPr/>
        </p:nvSpPr>
        <p:spPr>
          <a:xfrm>
            <a:off x="6046113" y="589073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IoT Médical</a:t>
            </a:r>
            <a:endParaRPr lang="en-US" sz="2187" dirty="0"/>
          </a:p>
        </p:txBody>
      </p:sp>
      <p:sp>
        <p:nvSpPr>
          <p:cNvPr id="21" name="Text 17"/>
          <p:cNvSpPr/>
          <p:nvPr/>
        </p:nvSpPr>
        <p:spPr>
          <a:xfrm>
            <a:off x="6046113" y="6371153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a intégré des dispositifs connectés dans ses solutions pour un meilleur suivi des paramètres de santé.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2216706"/>
            <a:ext cx="902636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2023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466505"/>
            <a:ext cx="276546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Blockchain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624376" y="4035862"/>
            <a:ext cx="2765465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explore l'utilisation de la blockchain pour sécuriser les données de santé des patients.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39433" y="3466505"/>
            <a:ext cx="276546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Réalité Augmentée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5939433" y="4035862"/>
            <a:ext cx="2765465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 applications de réalité augmentée sont développées pour assister les professionnels de santé dans leurs actes médicaux.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254490" y="3466505"/>
            <a:ext cx="27654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Médecine Personnalisée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9254490" y="4383048"/>
            <a:ext cx="2765465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s'appuie sur des technologies de pointe pour offrir des solutions de santé sur-mesure.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1993940"/>
            <a:ext cx="904886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2024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624376" y="3132653"/>
            <a:ext cx="2979063" cy="3102888"/>
          </a:xfrm>
          <a:prstGeom prst="roundRect">
            <a:avLst>
              <a:gd name="adj" fmla="val 13426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869406" y="3377684"/>
            <a:ext cx="248900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Santé Connectée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869406" y="3858101"/>
            <a:ext cx="2489002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explore la combinaison de technologies de pointe pour développer des solutions de santé connectée innovantes.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825609" y="3132653"/>
            <a:ext cx="2979063" cy="3102888"/>
          </a:xfrm>
          <a:prstGeom prst="roundRect">
            <a:avLst>
              <a:gd name="adj" fmla="val 13426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070640" y="3377684"/>
            <a:ext cx="248900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Robotique Médicale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6070640" y="4205288"/>
            <a:ext cx="2489002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robotique est intégrée pour assister les professionnels de santé dans les tâches critiques et répétitives.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026843" y="3132653"/>
            <a:ext cx="2979063" cy="3658440"/>
          </a:xfrm>
          <a:prstGeom prst="roundRect">
            <a:avLst>
              <a:gd name="adj" fmla="val 13426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271873" y="3377684"/>
            <a:ext cx="248900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Technologies de Prédiction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9271873" y="4205288"/>
            <a:ext cx="2489002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investit dans des outils d'analyse prédictive pour anticiper les besoins des patients et des professionnels de santé.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1744742"/>
            <a:ext cx="911494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Conclusion et perspectives futures</a:t>
            </a:r>
            <a:endParaRPr lang="en-US" sz="43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2883456"/>
            <a:ext cx="418981" cy="418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3524607"/>
            <a:ext cx="2095381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Innovation continue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4352211"/>
            <a:ext cx="209538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reste à l'avant-garde des technologies de santé pour offrir des solutions de pointe.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012" y="2883456"/>
            <a:ext cx="419100" cy="419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53012" y="3524726"/>
            <a:ext cx="20955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Expérience Patient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5053012" y="4352330"/>
            <a:ext cx="20955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L'amélioration constante de l'expérience patient est au cœur de la stratégie de Vigicare.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768" y="2883456"/>
            <a:ext cx="419100" cy="4191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81768" y="3524726"/>
            <a:ext cx="20955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Données et Intelligence</a:t>
            </a:r>
            <a:endParaRPr lang="en-US" sz="2187" dirty="0"/>
          </a:p>
        </p:txBody>
      </p:sp>
      <p:sp>
        <p:nvSpPr>
          <p:cNvPr id="13" name="Text 7"/>
          <p:cNvSpPr/>
          <p:nvPr/>
        </p:nvSpPr>
        <p:spPr>
          <a:xfrm>
            <a:off x="7481768" y="4352330"/>
            <a:ext cx="2095500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L'analyse avancée des données permettra des soins encore plus personnalisés et prédictifs.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0524" y="2883456"/>
            <a:ext cx="419100" cy="4191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10524" y="3524726"/>
            <a:ext cx="20955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5372D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Partenariats Stratégiques</a:t>
            </a:r>
            <a:endParaRPr lang="en-US" sz="2187" dirty="0"/>
          </a:p>
        </p:txBody>
      </p:sp>
      <p:sp>
        <p:nvSpPr>
          <p:cNvPr id="16" name="Text 9"/>
          <p:cNvSpPr/>
          <p:nvPr/>
        </p:nvSpPr>
        <p:spPr>
          <a:xfrm>
            <a:off x="9910524" y="4352330"/>
            <a:ext cx="2095500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développe des collaborations pour accélérer l'adoption de ses technologies innovantes.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2220992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Sources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359706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 informations présentées dans cette veille technologique proviennent de diverses sources fiables, notamment 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979777" y="4320421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</a:rPr>
              <a:t>https://www.vigicare.org/guide-effets-indesirables-medicaments</a:t>
            </a:r>
          </a:p>
        </p:txBody>
      </p:sp>
      <p:sp>
        <p:nvSpPr>
          <p:cNvPr id="7" name="Text 4"/>
          <p:cNvSpPr/>
          <p:nvPr/>
        </p:nvSpPr>
        <p:spPr>
          <a:xfrm>
            <a:off x="2979777" y="4764643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</a:rPr>
              <a:t>https://futurism.com/</a:t>
            </a:r>
          </a:p>
        </p:txBody>
      </p:sp>
      <p:sp>
        <p:nvSpPr>
          <p:cNvPr id="8" name="Text 5"/>
          <p:cNvSpPr/>
          <p:nvPr/>
        </p:nvSpPr>
        <p:spPr>
          <a:xfrm>
            <a:off x="2979777" y="5208865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u="sng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https://www.sciencedirect.com/science/article/abs/pii/S295043332400104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979777" y="5653088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Forbes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351</Words>
  <Application>Microsoft Office PowerPoint</Application>
  <PresentationFormat>Personnalisé</PresentationFormat>
  <Paragraphs>47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Barlow</vt:lpstr>
      <vt:lpstr>Spline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ayoub el mahi</cp:lastModifiedBy>
  <cp:revision>11</cp:revision>
  <dcterms:created xsi:type="dcterms:W3CDTF">2024-04-07T12:34:48Z</dcterms:created>
  <dcterms:modified xsi:type="dcterms:W3CDTF">2024-04-10T20:25:55Z</dcterms:modified>
</cp:coreProperties>
</file>